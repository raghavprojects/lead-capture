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not replacing your sales process. We make sure no lead slips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Leads are easy to collect and easy to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decision-support copilot, not an auto-sender.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is transparent; nothing is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user should know who to call within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 are deterministic and tested, not left to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validated the workflow first; integrations follow real user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targets come from the prototype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146304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AI Lead Follow-Up Assistant</a:t>
            </a:r>
          </a:p>
          <a:p>
            <a:pPr>
              <a:spcBef>
                <a:spcPts val="1200"/>
              </a:spcBef>
              <a:defRPr sz="2200">
                <a:solidFill>
                  <a:srgbClr val="CBD5E1"/>
                </a:solidFill>
              </a:defRPr>
            </a:pPr>
            <a:r>
              <a:t>Never lose another lead in your inbox.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Human-in-the-loop · draft-only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Leads arrive from web, referrals, email, events and ads — handled inconsistently.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Owners ask the same question every morning: which leads need me today?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Slow or forgotten follow-up is quiet, avoidable revenue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Your daily answer: which leads need attention, why, and what to do next.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Reads each lead and summarizes it in one line.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Ranks High / Medium / Low with a plain-English reason.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Recommends the next action and a follow-up date.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Drafts a personalized reply you can send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Import leads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CSV or manual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06000" y="2816352"/>
            <a:ext cx="256032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728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AI analyzes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intent, priority, risk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44528" y="2816352"/>
            <a:ext cx="256032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4256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Today queue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overdue, hot, stale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83056" y="2816352"/>
            <a:ext cx="256032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Review rationale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+ next 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21584" y="2816352"/>
            <a:ext cx="256032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1312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Draft reply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you edit &amp; copy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60112" y="2816352"/>
            <a:ext cx="256032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9840" y="2194560"/>
            <a:ext cx="18288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Record outcome</a:t>
            </a:r>
          </a:p>
          <a:p>
            <a:pPr algn="ctr"/>
            <a:r>
              <a:rPr sz="1100">
                <a:solidFill>
                  <a:srgbClr val="64748B"/>
                </a:solidFill>
              </a:rPr>
              <a:t>next date recalculated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64748B"/>
                </a:solidFill>
              </a:rPr>
              <a:t>You stay in control at the draft step — every recommendation is explainable.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you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Today — the short list that matters: overdue, due today, new hot leads, needs review.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Dashboard — your pipeline at a glance, filterable, counts that always match.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Lead detail — raw lead, the AI's reasoning, the draft, and full history.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Every recommendation shows a short why and a confidence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Built-in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Draft-only. It never sends messages or makes commitments for you.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No invented facts — no fake prices, availability, guarantees, or policies.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Risk escalation — refunds, legal, complaints, sensitive data, regulated advice go to a human.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Human approves everything before it leaves the building.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Where we are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Working prototype: import, analysis, priority queue, drafts, outcome tracking, dashboard.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Runs in the cloud with sample data for a live demo.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Next: connect your CRM/email/calendar so drafts flow into your tools.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Next: durable storage and team roles for daily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Success metrics (backup)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95%+ of leads receive valid, structured analysis.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Users agree with the priority on 80%+ of scenarios.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70%+ of drafts need only light edits.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 Zero fabricated prices, policies, or commitments in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